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AgenticChain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Supply Chain Finance with Agentic AI &amp; Blockchain</a:t>
            </a:r>
          </a:p>
          <a:p/>
          <a:p>
            <a:r>
              <a:t>Proof of Concept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Bridging the Trust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Trust Gap:</a:t>
            </a:r>
          </a:p>
          <a:p>
            <a:pPr lvl="1"/>
            <a:r>
              <a:t>Banks lack real-time visibility into SME manufacturing operations, increasing risk.</a:t>
            </a:r>
          </a:p>
          <a:p>
            <a:pPr lvl="1"/>
            <a:r>
              <a:t>SMEs struggle to access Just-In-Time (JIT) financing without verifiable physicals.</a:t>
            </a:r>
          </a:p>
          <a:p>
            <a:r>
              <a:t>Our Solution: AgenticChain</a:t>
            </a:r>
          </a:p>
          <a:p>
            <a:pPr lvl="1"/>
            <a:r>
              <a:t>An AI Agent verifies production physicals (IoT + ERP) in real-time.</a:t>
            </a:r>
          </a:p>
          <a:p>
            <a:pPr lvl="1"/>
            <a:r>
              <a:t>Verified milestones are secured immutably on a Blockchain ledger.</a:t>
            </a:r>
          </a:p>
          <a:p>
            <a:pPr lvl="1"/>
            <a:r>
              <a:t>Unlocks dynamic Smart Contract financing for Bankers based on verified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4 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holistic trust loop simulation comprising four core modules:</a:t>
            </a:r>
          </a:p>
          <a:p>
            <a:pPr lvl="1"/>
            <a:r>
              <a:t>1. SME Operations: The physical layer (ERP &amp; IoT streams).</a:t>
            </a:r>
          </a:p>
          <a:p>
            <a:pPr lvl="1"/>
            <a:r>
              <a:t>2. AI Auditor: The real-time reasoning and verification engine.</a:t>
            </a:r>
          </a:p>
          <a:p>
            <a:pPr lvl="1"/>
            <a:r>
              <a:t>3. Blockchain Ledger: The immutable state anchor for confirmed physicals.</a:t>
            </a:r>
          </a:p>
          <a:p>
            <a:pPr lvl="1"/>
            <a:r>
              <a:t>4. Banker's Portal: The financial interface for dynamic approvals.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🏭 Persona 1: SME Operations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Role: SME Manager</a:t>
            </a:r>
          </a:p>
          <a:p>
            <a:pPr lvl="1"/>
            <a:r>
              <a:t>Synchronize ERP Data: Upload Purchase Orders (PO) and Raw Material Inventory.</a:t>
            </a:r>
          </a:p>
          <a:p>
            <a:pPr lvl="1"/>
            <a:r>
              <a:t>Connect IoT Factory Feeds: Stream Machine Uptime and Units Produced.</a:t>
            </a:r>
          </a:p>
          <a:p>
            <a:pPr lvl="1"/>
            <a:r>
              <a:t>Run Productions: Simulates either a Success scenario or a Risk (Anomaly) scenario.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Persona 2: Agentic Reasoning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Role: Automated Real-Time Auditor</a:t>
            </a:r>
          </a:p>
          <a:p>
            <a:pPr lvl="1"/>
            <a:r>
              <a:t>Cross-Verification: Compares raw material inventory against PO requirements.</a:t>
            </a:r>
          </a:p>
          <a:p>
            <a:pPr lvl="1"/>
            <a:r>
              <a:t>Anomaly Detection: Monitors IoT metrics (e.g., machine downtime below 90%).</a:t>
            </a:r>
          </a:p>
          <a:p>
            <a:pPr lvl="1"/>
            <a:r>
              <a:t>Action Engine: Automatically boosts credit score if nominal, or alerts Banker and drops score if anomalies are found.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🔗 Persona 3: Blockchain Ledger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Role: Immutable Record of Truth</a:t>
            </a:r>
          </a:p>
          <a:p>
            <a:pPr lvl="1"/>
            <a:r>
              <a:t>Cryptographic Hashes: The AI Auditor generates an immutable SHA-256 state anchor for successful production runs.</a:t>
            </a:r>
          </a:p>
          <a:p>
            <a:pPr lvl="1"/>
            <a:r>
              <a:t>Transparency: Provides mathematical certainty of physical operations.</a:t>
            </a:r>
          </a:p>
          <a:p>
            <a:pPr lvl="1"/>
            <a:r>
              <a:t>Smart Contract Fuel: Serves as the trusted trigger for financial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🏦 Persona 4: Banker's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Role: Bank Officer / Automated Financier</a:t>
            </a:r>
          </a:p>
          <a:p>
            <a:pPr lvl="1"/>
            <a:r>
              <a:t>Live Credit Score: A dynamic gauge that updates purely on verified physicals.</a:t>
            </a:r>
          </a:p>
          <a:p>
            <a:pPr lvl="1"/>
            <a:r>
              <a:t>Automated Workflows: Only allows funds release via Smart Contract if:</a:t>
            </a:r>
          </a:p>
          <a:p>
            <a:pPr lvl="2"/>
            <a:r>
              <a:t>Score &gt; 750</a:t>
            </a:r>
          </a:p>
          <a:p>
            <a:pPr lvl="2"/>
            <a:r>
              <a:t>No AI-detected anomalies exist</a:t>
            </a:r>
          </a:p>
          <a:p>
            <a:pPr lvl="2"/>
            <a:r>
              <a:t>At least one ledger anchor is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SMEs:</a:t>
            </a:r>
          </a:p>
          <a:p>
            <a:pPr lvl="1"/>
            <a:r>
              <a:t>Access cheaper, faster capital securely.</a:t>
            </a:r>
          </a:p>
          <a:p>
            <a:r>
              <a:t>For Banks:</a:t>
            </a:r>
          </a:p>
          <a:p>
            <a:pPr lvl="1"/>
            <a:r>
              <a:t>De-risk supply chain lending with verifiable, real-time ground truth.</a:t>
            </a:r>
          </a:p>
          <a:p>
            <a:r>
              <a:t>The Future of Industrial Fintech:</a:t>
            </a:r>
          </a:p>
          <a:p>
            <a:pPr lvl="1"/>
            <a:r>
              <a:t>Merging industrial physicals with decentralized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