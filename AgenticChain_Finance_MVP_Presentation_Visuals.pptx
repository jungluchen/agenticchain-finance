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 snapToObjects="1">
      <p:cViewPr varScale="1">
        <p:scale>
          <a:sx n="111" d="100"/>
          <a:sy n="111" d="100"/>
        </p:scale>
        <p:origin x="14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AgenticChain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Transforming Supply Chain Finance with Agentic AI &amp; Blockchain</a:t>
            </a:r>
          </a:p>
          <a:p>
            <a:endParaRPr/>
          </a:p>
          <a:p>
            <a:r>
              <a:t>Proof of Concept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Bridging the Trust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Trust Gap:</a:t>
            </a:r>
          </a:p>
          <a:p>
            <a:pPr lvl="1"/>
            <a:r>
              <a:rPr dirty="0"/>
              <a:t>Banks lack real-time visibility into SME manufacturing operations, increasing risk.</a:t>
            </a:r>
          </a:p>
          <a:p>
            <a:pPr lvl="1"/>
            <a:r>
              <a:rPr dirty="0"/>
              <a:t>SMEs struggle to access Just-In-Time (JIT) financing without verifiable physicals.</a:t>
            </a:r>
          </a:p>
          <a:p>
            <a:r>
              <a:rPr dirty="0"/>
              <a:t>Our Solution: </a:t>
            </a:r>
            <a:r>
              <a:rPr dirty="0" err="1"/>
              <a:t>AgenticChain</a:t>
            </a:r>
            <a:endParaRPr dirty="0"/>
          </a:p>
          <a:p>
            <a:pPr lvl="1"/>
            <a:r>
              <a:rPr dirty="0"/>
              <a:t>An AI Agent verifies production physicals (IoT + ERP) in real-time.</a:t>
            </a:r>
          </a:p>
          <a:p>
            <a:pPr lvl="1"/>
            <a:r>
              <a:rPr dirty="0"/>
              <a:t>Verified milestones are secured immutably on a Blockchain ledger.</a:t>
            </a:r>
          </a:p>
          <a:p>
            <a:pPr lvl="1"/>
            <a:r>
              <a:rPr dirty="0"/>
              <a:t>Unlocks dynamic Smart Contract financing for Bankers based on verified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 &amp; 4 Personas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87615"/>
            <a:ext cx="4572000" cy="0"/>
          </a:xfrm>
        </p:spPr>
        <p:txBody>
          <a:bodyPr>
            <a:normAutofit fontScale="25000" lnSpcReduction="20000"/>
          </a:bodyPr>
          <a:lstStyle/>
          <a:p>
            <a:r>
              <a:rPr dirty="0"/>
              <a:t>A holistic trust loop simulation comprising four core modules:</a:t>
            </a:r>
          </a:p>
          <a:p>
            <a:pPr lvl="1"/>
            <a:r>
              <a:rPr dirty="0"/>
              <a:t>1. SME Operations: The physical layer (ERP &amp; IoT streams).</a:t>
            </a:r>
          </a:p>
          <a:p>
            <a:pPr lvl="1"/>
            <a:r>
              <a:rPr dirty="0"/>
              <a:t>2. AI Auditor: The real-time reasoning and verification engine.</a:t>
            </a:r>
          </a:p>
          <a:p>
            <a:pPr lvl="1"/>
            <a:r>
              <a:rPr dirty="0"/>
              <a:t>3. Blockchain Ledger: The immutable state anchor for confirmed physicals.</a:t>
            </a:r>
          </a:p>
          <a:p>
            <a:pPr lvl="1"/>
            <a:r>
              <a:rPr dirty="0"/>
              <a:t>4. Banker's Portal: The financial interface for dynamic approvals.</a:t>
            </a:r>
          </a:p>
        </p:txBody>
      </p:sp>
      <p:pic>
        <p:nvPicPr>
          <p:cNvPr id="4" name="Picture 3" descr="system_architecture_1773569338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🏭 Persona 1: SME Operations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572000" cy="0"/>
          </a:xfrm>
        </p:spPr>
        <p:txBody>
          <a:bodyPr/>
          <a:lstStyle/>
          <a:p>
            <a:r>
              <a:rPr dirty="0"/>
              <a:t>Role: SME Manager</a:t>
            </a:r>
          </a:p>
          <a:p>
            <a:pPr lvl="1"/>
            <a:r>
              <a:rPr dirty="0"/>
              <a:t>Synchronize ERP Data: Upload Purchase Orders (PO) and Raw Material Inventory.</a:t>
            </a:r>
          </a:p>
          <a:p>
            <a:pPr lvl="1"/>
            <a:r>
              <a:rPr dirty="0"/>
              <a:t>Connect IoT Factory Feeds: Stream Machine Uptime and Units Produced.</a:t>
            </a:r>
          </a:p>
          <a:p>
            <a:pPr lvl="1"/>
            <a:r>
              <a:rPr dirty="0"/>
              <a:t>Run Productions: Simulates either a Success scenario or a Risk (Anomaly) scenario.</a:t>
            </a:r>
          </a:p>
        </p:txBody>
      </p:sp>
      <p:pic>
        <p:nvPicPr>
          <p:cNvPr id="4" name="Picture 3" descr="sme_operations_1773569276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🤖 Persona 2: Agentic Reasoning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572000" cy="0"/>
          </a:xfrm>
        </p:spPr>
        <p:txBody>
          <a:bodyPr/>
          <a:lstStyle/>
          <a:p>
            <a:r>
              <a:rPr dirty="0"/>
              <a:t>Role: Automated Real-Time Auditor</a:t>
            </a:r>
          </a:p>
          <a:p>
            <a:pPr lvl="1"/>
            <a:r>
              <a:rPr dirty="0"/>
              <a:t>Cross-Verification: Compares raw material inventory against PO requirements.</a:t>
            </a:r>
          </a:p>
          <a:p>
            <a:pPr lvl="1"/>
            <a:r>
              <a:rPr dirty="0"/>
              <a:t>Anomaly Detection: Monitors IoT metrics (e.g., machine downtime below 90%).</a:t>
            </a:r>
          </a:p>
          <a:p>
            <a:pPr lvl="1"/>
            <a:r>
              <a:rPr dirty="0"/>
              <a:t>Action Engine: Automatically boosts credit score if nominal, or alerts Banker and drops score if anomalies are found.</a:t>
            </a:r>
          </a:p>
        </p:txBody>
      </p:sp>
      <p:pic>
        <p:nvPicPr>
          <p:cNvPr id="4" name="Picture 3" descr="ai_auditor_1773569293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🔗 Persona 3: Blockchain Ledger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572000" cy="0"/>
          </a:xfrm>
        </p:spPr>
        <p:txBody>
          <a:bodyPr/>
          <a:lstStyle/>
          <a:p>
            <a:r>
              <a:rPr dirty="0"/>
              <a:t>Role: Immutable Record of Truth</a:t>
            </a:r>
          </a:p>
          <a:p>
            <a:pPr lvl="1"/>
            <a:r>
              <a:rPr dirty="0"/>
              <a:t>Cryptographic Hashes: The AI Auditor generates an immutable SHA-256 state anchor for successful production runs.</a:t>
            </a:r>
          </a:p>
          <a:p>
            <a:pPr lvl="1"/>
            <a:r>
              <a:rPr dirty="0"/>
              <a:t>Transparency: Provides mathematical certainty of physical operations.</a:t>
            </a:r>
          </a:p>
          <a:p>
            <a:pPr lvl="1"/>
            <a:r>
              <a:rPr dirty="0"/>
              <a:t>Smart Contract Fuel: Serves as the trusted trigger for financial execution.</a:t>
            </a:r>
          </a:p>
        </p:txBody>
      </p:sp>
      <p:pic>
        <p:nvPicPr>
          <p:cNvPr id="4" name="Picture 3" descr="blockchain_ledger_1773569307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🏦 Persona 4: Banker's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572000" cy="0"/>
          </a:xfrm>
        </p:spPr>
        <p:txBody>
          <a:bodyPr/>
          <a:lstStyle/>
          <a:p>
            <a:r>
              <a:rPr dirty="0"/>
              <a:t>Role: Bank Officer / Automated Financier</a:t>
            </a:r>
          </a:p>
          <a:p>
            <a:pPr lvl="1"/>
            <a:r>
              <a:rPr dirty="0"/>
              <a:t>Live Credit Score: A dynamic gauge that updates purely on verified physicals.</a:t>
            </a:r>
          </a:p>
          <a:p>
            <a:pPr lvl="1"/>
            <a:r>
              <a:rPr dirty="0"/>
              <a:t>Automated Workflows: Only allows funds release via Smart Contract if:</a:t>
            </a:r>
          </a:p>
          <a:p>
            <a:pPr lvl="2"/>
            <a:r>
              <a:rPr dirty="0"/>
              <a:t>Score &gt; 750</a:t>
            </a:r>
          </a:p>
          <a:p>
            <a:pPr lvl="2"/>
            <a:r>
              <a:rPr dirty="0"/>
              <a:t>No AI-detected anomalies exist</a:t>
            </a:r>
          </a:p>
          <a:p>
            <a:pPr lvl="2"/>
            <a:r>
              <a:rPr dirty="0"/>
              <a:t>At least one ledger anchor is verified</a:t>
            </a:r>
          </a:p>
        </p:txBody>
      </p:sp>
      <p:pic>
        <p:nvPicPr>
          <p:cNvPr id="4" name="Picture 3" descr="banker_portal_1773569323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Outcome &amp;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 SMEs:</a:t>
            </a:r>
          </a:p>
          <a:p>
            <a:pPr lvl="1"/>
            <a:r>
              <a:rPr dirty="0"/>
              <a:t>Access cheaper, faster capital securely.</a:t>
            </a:r>
          </a:p>
          <a:p>
            <a:r>
              <a:rPr dirty="0"/>
              <a:t>For Banks:</a:t>
            </a:r>
          </a:p>
          <a:p>
            <a:pPr lvl="1"/>
            <a:r>
              <a:rPr dirty="0"/>
              <a:t>De-risk supply chain lending with verifiable, real-time ground truth.</a:t>
            </a:r>
          </a:p>
          <a:p>
            <a:r>
              <a:rPr dirty="0"/>
              <a:t>The Future of Industrial Fintech:</a:t>
            </a:r>
          </a:p>
          <a:p>
            <a:pPr lvl="1"/>
            <a:r>
              <a:rPr dirty="0"/>
              <a:t>Merging industrial physicals with decentralized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412</Words>
  <Application>Microsoft Macintosh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AgenticChain Finance</vt:lpstr>
      <vt:lpstr>Bridging the Trust Gap</vt:lpstr>
      <vt:lpstr>System Architecture &amp; 4 Personas</vt:lpstr>
      <vt:lpstr>🏭 Persona 1: SME Operations Dashboard</vt:lpstr>
      <vt:lpstr>🤖 Persona 2: Agentic Reasoning Engine</vt:lpstr>
      <vt:lpstr>🔗 Persona 3: Blockchain Ledger</vt:lpstr>
      <vt:lpstr>🏦 Persona 4: Banker's Portal</vt:lpstr>
      <vt:lpstr>Outcome &amp; Value Proposition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 coco</cp:lastModifiedBy>
  <cp:revision>2</cp:revision>
  <dcterms:created xsi:type="dcterms:W3CDTF">2013-01-27T09:14:16Z</dcterms:created>
  <dcterms:modified xsi:type="dcterms:W3CDTF">2026-03-15T11:15:34Z</dcterms:modified>
  <cp:category/>
</cp:coreProperties>
</file>